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7" r:id="rId6"/>
    <p:sldId id="290" r:id="rId7"/>
    <p:sldId id="291" r:id="rId8"/>
    <p:sldId id="300" r:id="rId9"/>
    <p:sldId id="293" r:id="rId10"/>
    <p:sldId id="294" r:id="rId11"/>
    <p:sldId id="297" r:id="rId12"/>
    <p:sldId id="299" r:id="rId13"/>
    <p:sldId id="295" r:id="rId14"/>
    <p:sldId id="301" r:id="rId15"/>
    <p:sldId id="302" r:id="rId16"/>
    <p:sldId id="303" r:id="rId17"/>
    <p:sldId id="296" r:id="rId18"/>
    <p:sldId id="298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DBA62-49A1-4DB6-92E0-DC4671B7E604}" v="24" dt="2026-03-27T13:20:29.00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na M S" userId="2454c3beeaf23eb0" providerId="LiveId" clId="{73AE7EE4-CFE7-4D2A-8E07-308ED4AD5CE8}"/>
    <pc:docChg chg="undo custSel addSld delSld modSld">
      <pc:chgData name="Rachana M S" userId="2454c3beeaf23eb0" providerId="LiveId" clId="{73AE7EE4-CFE7-4D2A-8E07-308ED4AD5CE8}" dt="2026-03-27T13:21:00.150" v="691" actId="20577"/>
      <pc:docMkLst>
        <pc:docMk/>
      </pc:docMkLst>
      <pc:sldChg chg="addSp delSp modSp mod">
        <pc:chgData name="Rachana M S" userId="2454c3beeaf23eb0" providerId="LiveId" clId="{73AE7EE4-CFE7-4D2A-8E07-308ED4AD5CE8}" dt="2026-03-27T13:06:23.223" v="648" actId="1076"/>
        <pc:sldMkLst>
          <pc:docMk/>
          <pc:sldMk cId="2436493926" sldId="276"/>
        </pc:sldMkLst>
        <pc:spChg chg="mod">
          <ac:chgData name="Rachana M S" userId="2454c3beeaf23eb0" providerId="LiveId" clId="{73AE7EE4-CFE7-4D2A-8E07-308ED4AD5CE8}" dt="2026-03-27T13:06:23.223" v="648" actId="1076"/>
          <ac:spMkLst>
            <pc:docMk/>
            <pc:sldMk cId="2436493926" sldId="276"/>
            <ac:spMk id="2" creationId="{BCCAEE93-8585-46D4-A7EC-F184E317CB2E}"/>
          </ac:spMkLst>
        </pc:spChg>
        <pc:spChg chg="add mod">
          <ac:chgData name="Rachana M S" userId="2454c3beeaf23eb0" providerId="LiveId" clId="{73AE7EE4-CFE7-4D2A-8E07-308ED4AD5CE8}" dt="2026-03-27T13:06:10.580" v="637" actId="20577"/>
          <ac:spMkLst>
            <pc:docMk/>
            <pc:sldMk cId="2436493926" sldId="276"/>
            <ac:spMk id="3" creationId="{2C3709BE-EFF9-CC66-16D0-4583857B12BC}"/>
          </ac:spMkLst>
        </pc:spChg>
        <pc:spChg chg="add del mod">
          <ac:chgData name="Rachana M S" userId="2454c3beeaf23eb0" providerId="LiveId" clId="{73AE7EE4-CFE7-4D2A-8E07-308ED4AD5CE8}" dt="2026-03-27T13:06:17.615" v="647" actId="478"/>
          <ac:spMkLst>
            <pc:docMk/>
            <pc:sldMk cId="2436493926" sldId="276"/>
            <ac:spMk id="5" creationId="{DF5EA5C3-62BC-929D-0CF2-5A7CEBBEC2D5}"/>
          </ac:spMkLst>
        </pc:spChg>
      </pc:sldChg>
      <pc:sldChg chg="modSp mod">
        <pc:chgData name="Rachana M S" userId="2454c3beeaf23eb0" providerId="LiveId" clId="{73AE7EE4-CFE7-4D2A-8E07-308ED4AD5CE8}" dt="2026-03-27T13:21:00.150" v="691" actId="20577"/>
        <pc:sldMkLst>
          <pc:docMk/>
          <pc:sldMk cId="1497870980" sldId="291"/>
        </pc:sldMkLst>
        <pc:spChg chg="mod">
          <ac:chgData name="Rachana M S" userId="2454c3beeaf23eb0" providerId="LiveId" clId="{73AE7EE4-CFE7-4D2A-8E07-308ED4AD5CE8}" dt="2026-03-27T13:21:00.150" v="691" actId="20577"/>
          <ac:spMkLst>
            <pc:docMk/>
            <pc:sldMk cId="1497870980" sldId="291"/>
            <ac:spMk id="5" creationId="{9ADD040F-B938-2081-4C9D-51D2DEEA5B2F}"/>
          </ac:spMkLst>
        </pc:spChg>
      </pc:sldChg>
      <pc:sldChg chg="delSp modSp new del mod">
        <pc:chgData name="Rachana M S" userId="2454c3beeaf23eb0" providerId="LiveId" clId="{73AE7EE4-CFE7-4D2A-8E07-308ED4AD5CE8}" dt="2026-03-27T03:44:54.098" v="6" actId="47"/>
        <pc:sldMkLst>
          <pc:docMk/>
          <pc:sldMk cId="1956290857" sldId="301"/>
        </pc:sldMkLst>
        <pc:spChg chg="mod">
          <ac:chgData name="Rachana M S" userId="2454c3beeaf23eb0" providerId="LiveId" clId="{73AE7EE4-CFE7-4D2A-8E07-308ED4AD5CE8}" dt="2026-03-27T03:44:43.394" v="4" actId="14100"/>
          <ac:spMkLst>
            <pc:docMk/>
            <pc:sldMk cId="1956290857" sldId="301"/>
            <ac:spMk id="2" creationId="{FD4F01A0-AE36-B96F-34D4-530B27FC28CB}"/>
          </ac:spMkLst>
        </pc:spChg>
        <pc:spChg chg="del">
          <ac:chgData name="Rachana M S" userId="2454c3beeaf23eb0" providerId="LiveId" clId="{73AE7EE4-CFE7-4D2A-8E07-308ED4AD5CE8}" dt="2026-03-27T03:44:52.325" v="5" actId="478"/>
          <ac:spMkLst>
            <pc:docMk/>
            <pc:sldMk cId="1956290857" sldId="301"/>
            <ac:spMk id="3" creationId="{94F9180E-8D30-6F0B-CCE4-32BFD68F46EF}"/>
          </ac:spMkLst>
        </pc:spChg>
      </pc:sldChg>
      <pc:sldChg chg="new del">
        <pc:chgData name="Rachana M S" userId="2454c3beeaf23eb0" providerId="LiveId" clId="{73AE7EE4-CFE7-4D2A-8E07-308ED4AD5CE8}" dt="2026-03-27T03:44:29.356" v="1" actId="47"/>
        <pc:sldMkLst>
          <pc:docMk/>
          <pc:sldMk cId="2153754724" sldId="301"/>
        </pc:sldMkLst>
      </pc:sldChg>
      <pc:sldChg chg="addSp delSp modSp new mod">
        <pc:chgData name="Rachana M S" userId="2454c3beeaf23eb0" providerId="LiveId" clId="{73AE7EE4-CFE7-4D2A-8E07-308ED4AD5CE8}" dt="2026-03-27T13:15:39.129" v="673" actId="14100"/>
        <pc:sldMkLst>
          <pc:docMk/>
          <pc:sldMk cId="4218320016" sldId="301"/>
        </pc:sldMkLst>
        <pc:spChg chg="mod">
          <ac:chgData name="Rachana M S" userId="2454c3beeaf23eb0" providerId="LiveId" clId="{73AE7EE4-CFE7-4D2A-8E07-308ED4AD5CE8}" dt="2026-03-27T04:04:04.911" v="170" actId="1076"/>
          <ac:spMkLst>
            <pc:docMk/>
            <pc:sldMk cId="4218320016" sldId="301"/>
            <ac:spMk id="2" creationId="{648E74F2-3213-9B03-8593-851A878CB697}"/>
          </ac:spMkLst>
        </pc:spChg>
        <pc:spChg chg="del mod">
          <ac:chgData name="Rachana M S" userId="2454c3beeaf23eb0" providerId="LiveId" clId="{73AE7EE4-CFE7-4D2A-8E07-308ED4AD5CE8}" dt="2026-03-27T03:49:38.241" v="52"/>
          <ac:spMkLst>
            <pc:docMk/>
            <pc:sldMk cId="4218320016" sldId="301"/>
            <ac:spMk id="3" creationId="{2359DE27-CAFB-EB61-29CC-0F391136C5A3}"/>
          </ac:spMkLst>
        </pc:spChg>
        <pc:spChg chg="del mod">
          <ac:chgData name="Rachana M S" userId="2454c3beeaf23eb0" providerId="LiveId" clId="{73AE7EE4-CFE7-4D2A-8E07-308ED4AD5CE8}" dt="2026-03-27T03:47:30.321" v="24" actId="478"/>
          <ac:spMkLst>
            <pc:docMk/>
            <pc:sldMk cId="4218320016" sldId="301"/>
            <ac:spMk id="4" creationId="{1B3AB79A-CC46-5418-AA66-BA47194F1802}"/>
          </ac:spMkLst>
        </pc:spChg>
        <pc:spChg chg="del mod">
          <ac:chgData name="Rachana M S" userId="2454c3beeaf23eb0" providerId="LiveId" clId="{73AE7EE4-CFE7-4D2A-8E07-308ED4AD5CE8}" dt="2026-03-27T03:47:26.307" v="23" actId="478"/>
          <ac:spMkLst>
            <pc:docMk/>
            <pc:sldMk cId="4218320016" sldId="301"/>
            <ac:spMk id="5" creationId="{C2D2649D-A015-DA01-10DB-302831873870}"/>
          </ac:spMkLst>
        </pc:spChg>
        <pc:spChg chg="mod">
          <ac:chgData name="Rachana M S" userId="2454c3beeaf23eb0" providerId="LiveId" clId="{73AE7EE4-CFE7-4D2A-8E07-308ED4AD5CE8}" dt="2026-03-27T03:47:41.544" v="26" actId="14100"/>
          <ac:spMkLst>
            <pc:docMk/>
            <pc:sldMk cId="4218320016" sldId="301"/>
            <ac:spMk id="6" creationId="{7B7B2D0B-1A91-D569-5CBC-0E1D7A672BF7}"/>
          </ac:spMkLst>
        </pc:spChg>
        <pc:spChg chg="add mod">
          <ac:chgData name="Rachana M S" userId="2454c3beeaf23eb0" providerId="LiveId" clId="{73AE7EE4-CFE7-4D2A-8E07-308ED4AD5CE8}" dt="2026-03-27T03:54:41.314" v="76" actId="1076"/>
          <ac:spMkLst>
            <pc:docMk/>
            <pc:sldMk cId="4218320016" sldId="301"/>
            <ac:spMk id="7" creationId="{4A373418-3F5B-2338-C7F3-B6482B0FA15C}"/>
          </ac:spMkLst>
        </pc:spChg>
        <pc:spChg chg="add">
          <ac:chgData name="Rachana M S" userId="2454c3beeaf23eb0" providerId="LiveId" clId="{73AE7EE4-CFE7-4D2A-8E07-308ED4AD5CE8}" dt="2026-03-27T03:54:18.902" v="74"/>
          <ac:spMkLst>
            <pc:docMk/>
            <pc:sldMk cId="4218320016" sldId="301"/>
            <ac:spMk id="8" creationId="{44DAB5BD-D0E0-485B-92A1-EDDA18774768}"/>
          </ac:spMkLst>
        </pc:spChg>
        <pc:picChg chg="add del mod">
          <ac:chgData name="Rachana M S" userId="2454c3beeaf23eb0" providerId="LiveId" clId="{73AE7EE4-CFE7-4D2A-8E07-308ED4AD5CE8}" dt="2026-03-27T13:15:09.827" v="670" actId="478"/>
          <ac:picMkLst>
            <pc:docMk/>
            <pc:sldMk cId="4218320016" sldId="301"/>
            <ac:picMk id="4" creationId="{749FBCB4-E5D4-03D4-0E98-CF8E96CB9F1E}"/>
          </ac:picMkLst>
        </pc:picChg>
        <pc:picChg chg="add mod">
          <ac:chgData name="Rachana M S" userId="2454c3beeaf23eb0" providerId="LiveId" clId="{73AE7EE4-CFE7-4D2A-8E07-308ED4AD5CE8}" dt="2026-03-27T13:15:39.129" v="673" actId="14100"/>
          <ac:picMkLst>
            <pc:docMk/>
            <pc:sldMk cId="4218320016" sldId="301"/>
            <ac:picMk id="8" creationId="{D201FC7E-F849-EEB9-DD2C-3CD601F1621F}"/>
          </ac:picMkLst>
        </pc:picChg>
      </pc:sldChg>
      <pc:sldChg chg="new del">
        <pc:chgData name="Rachana M S" userId="2454c3beeaf23eb0" providerId="LiveId" clId="{73AE7EE4-CFE7-4D2A-8E07-308ED4AD5CE8}" dt="2026-03-27T03:55:42.311" v="78" actId="47"/>
        <pc:sldMkLst>
          <pc:docMk/>
          <pc:sldMk cId="1966903478" sldId="302"/>
        </pc:sldMkLst>
      </pc:sldChg>
      <pc:sldChg chg="addSp delSp modSp new mod chgLayout">
        <pc:chgData name="Rachana M S" userId="2454c3beeaf23eb0" providerId="LiveId" clId="{73AE7EE4-CFE7-4D2A-8E07-308ED4AD5CE8}" dt="2026-03-27T04:04:16.024" v="172" actId="1076"/>
        <pc:sldMkLst>
          <pc:docMk/>
          <pc:sldMk cId="3087664146" sldId="302"/>
        </pc:sldMkLst>
        <pc:spChg chg="del">
          <ac:chgData name="Rachana M S" userId="2454c3beeaf23eb0" providerId="LiveId" clId="{73AE7EE4-CFE7-4D2A-8E07-308ED4AD5CE8}" dt="2026-03-27T03:56:06.863" v="80" actId="6264"/>
          <ac:spMkLst>
            <pc:docMk/>
            <pc:sldMk cId="3087664146" sldId="302"/>
            <ac:spMk id="2" creationId="{9ECC6959-C2F6-E73C-57DF-A4FE8F7D4F3C}"/>
          </ac:spMkLst>
        </pc:spChg>
        <pc:spChg chg="del">
          <ac:chgData name="Rachana M S" userId="2454c3beeaf23eb0" providerId="LiveId" clId="{73AE7EE4-CFE7-4D2A-8E07-308ED4AD5CE8}" dt="2026-03-27T03:56:06.863" v="80" actId="6264"/>
          <ac:spMkLst>
            <pc:docMk/>
            <pc:sldMk cId="3087664146" sldId="302"/>
            <ac:spMk id="3" creationId="{89B267FC-726B-1DFA-DCB1-D9A09951CFD1}"/>
          </ac:spMkLst>
        </pc:spChg>
        <pc:spChg chg="del mod ord">
          <ac:chgData name="Rachana M S" userId="2454c3beeaf23eb0" providerId="LiveId" clId="{73AE7EE4-CFE7-4D2A-8E07-308ED4AD5CE8}" dt="2026-03-27T03:56:18.312" v="84" actId="478"/>
          <ac:spMkLst>
            <pc:docMk/>
            <pc:sldMk cId="3087664146" sldId="302"/>
            <ac:spMk id="4" creationId="{F7656BB8-8989-49E6-87A1-F0E42E2816CD}"/>
          </ac:spMkLst>
        </pc:spChg>
        <pc:spChg chg="del mod ord">
          <ac:chgData name="Rachana M S" userId="2454c3beeaf23eb0" providerId="LiveId" clId="{73AE7EE4-CFE7-4D2A-8E07-308ED4AD5CE8}" dt="2026-03-27T03:56:29.877" v="86" actId="478"/>
          <ac:spMkLst>
            <pc:docMk/>
            <pc:sldMk cId="3087664146" sldId="302"/>
            <ac:spMk id="5" creationId="{196D0BFA-DA5B-54AD-A809-9EE2ECFA3B02}"/>
          </ac:spMkLst>
        </pc:spChg>
        <pc:spChg chg="mod ord">
          <ac:chgData name="Rachana M S" userId="2454c3beeaf23eb0" providerId="LiveId" clId="{73AE7EE4-CFE7-4D2A-8E07-308ED4AD5CE8}" dt="2026-03-27T03:56:46.294" v="89" actId="122"/>
          <ac:spMkLst>
            <pc:docMk/>
            <pc:sldMk cId="3087664146" sldId="302"/>
            <ac:spMk id="6" creationId="{B90C6AA1-A1B1-1343-9012-166EEE165C2C}"/>
          </ac:spMkLst>
        </pc:spChg>
        <pc:spChg chg="add del mod">
          <ac:chgData name="Rachana M S" userId="2454c3beeaf23eb0" providerId="LiveId" clId="{73AE7EE4-CFE7-4D2A-8E07-308ED4AD5CE8}" dt="2026-03-27T03:56:06.863" v="80" actId="6264"/>
          <ac:spMkLst>
            <pc:docMk/>
            <pc:sldMk cId="3087664146" sldId="302"/>
            <ac:spMk id="7" creationId="{472981C4-8CDD-7325-1429-4C837220D9E6}"/>
          </ac:spMkLst>
        </pc:spChg>
        <pc:spChg chg="add del mod">
          <ac:chgData name="Rachana M S" userId="2454c3beeaf23eb0" providerId="LiveId" clId="{73AE7EE4-CFE7-4D2A-8E07-308ED4AD5CE8}" dt="2026-03-27T03:56:06.863" v="80" actId="6264"/>
          <ac:spMkLst>
            <pc:docMk/>
            <pc:sldMk cId="3087664146" sldId="302"/>
            <ac:spMk id="8" creationId="{4DA16AD0-0779-2EE6-3233-42867971EA15}"/>
          </ac:spMkLst>
        </pc:spChg>
        <pc:spChg chg="add del mod">
          <ac:chgData name="Rachana M S" userId="2454c3beeaf23eb0" providerId="LiveId" clId="{73AE7EE4-CFE7-4D2A-8E07-308ED4AD5CE8}" dt="2026-03-27T03:56:06.863" v="80" actId="6264"/>
          <ac:spMkLst>
            <pc:docMk/>
            <pc:sldMk cId="3087664146" sldId="302"/>
            <ac:spMk id="9" creationId="{0E3A672F-4392-3294-8A47-73429040F963}"/>
          </ac:spMkLst>
        </pc:spChg>
        <pc:spChg chg="add del mod ord">
          <ac:chgData name="Rachana M S" userId="2454c3beeaf23eb0" providerId="LiveId" clId="{73AE7EE4-CFE7-4D2A-8E07-308ED4AD5CE8}" dt="2026-03-27T03:56:08.010" v="81" actId="6264"/>
          <ac:spMkLst>
            <pc:docMk/>
            <pc:sldMk cId="3087664146" sldId="302"/>
            <ac:spMk id="10" creationId="{A1BD9098-BA5F-897F-3532-E70BD92D4C35}"/>
          </ac:spMkLst>
        </pc:spChg>
        <pc:spChg chg="add del mod ord">
          <ac:chgData name="Rachana M S" userId="2454c3beeaf23eb0" providerId="LiveId" clId="{73AE7EE4-CFE7-4D2A-8E07-308ED4AD5CE8}" dt="2026-03-27T03:56:08.010" v="81" actId="6264"/>
          <ac:spMkLst>
            <pc:docMk/>
            <pc:sldMk cId="3087664146" sldId="302"/>
            <ac:spMk id="11" creationId="{C6D39EC1-3C47-D453-370A-5BB2639F43D0}"/>
          </ac:spMkLst>
        </pc:spChg>
        <pc:spChg chg="add del mod">
          <ac:chgData name="Rachana M S" userId="2454c3beeaf23eb0" providerId="LiveId" clId="{73AE7EE4-CFE7-4D2A-8E07-308ED4AD5CE8}" dt="2026-03-27T03:56:08.010" v="81" actId="6264"/>
          <ac:spMkLst>
            <pc:docMk/>
            <pc:sldMk cId="3087664146" sldId="302"/>
            <ac:spMk id="12" creationId="{F50ED554-DE3A-16B8-30CB-11F9685FB733}"/>
          </ac:spMkLst>
        </pc:spChg>
        <pc:spChg chg="add del mod">
          <ac:chgData name="Rachana M S" userId="2454c3beeaf23eb0" providerId="LiveId" clId="{73AE7EE4-CFE7-4D2A-8E07-308ED4AD5CE8}" dt="2026-03-27T03:56:08.010" v="81" actId="6264"/>
          <ac:spMkLst>
            <pc:docMk/>
            <pc:sldMk cId="3087664146" sldId="302"/>
            <ac:spMk id="13" creationId="{6403ACD5-28D1-E955-3AC3-7A566D7913A5}"/>
          </ac:spMkLst>
        </pc:spChg>
        <pc:spChg chg="add del mod">
          <ac:chgData name="Rachana M S" userId="2454c3beeaf23eb0" providerId="LiveId" clId="{73AE7EE4-CFE7-4D2A-8E07-308ED4AD5CE8}" dt="2026-03-27T03:56:08.010" v="81" actId="6264"/>
          <ac:spMkLst>
            <pc:docMk/>
            <pc:sldMk cId="3087664146" sldId="302"/>
            <ac:spMk id="14" creationId="{B012EA40-4261-76CB-9AC7-88A631128BC0}"/>
          </ac:spMkLst>
        </pc:spChg>
        <pc:spChg chg="add del mod ord">
          <ac:chgData name="Rachana M S" userId="2454c3beeaf23eb0" providerId="LiveId" clId="{73AE7EE4-CFE7-4D2A-8E07-308ED4AD5CE8}" dt="2026-03-27T03:56:08.882" v="82" actId="6264"/>
          <ac:spMkLst>
            <pc:docMk/>
            <pc:sldMk cId="3087664146" sldId="302"/>
            <ac:spMk id="15" creationId="{45C09729-393D-3797-B7B8-17385C1CCD97}"/>
          </ac:spMkLst>
        </pc:spChg>
        <pc:spChg chg="add del mod ord">
          <ac:chgData name="Rachana M S" userId="2454c3beeaf23eb0" providerId="LiveId" clId="{73AE7EE4-CFE7-4D2A-8E07-308ED4AD5CE8}" dt="2026-03-27T03:56:08.882" v="82" actId="6264"/>
          <ac:spMkLst>
            <pc:docMk/>
            <pc:sldMk cId="3087664146" sldId="302"/>
            <ac:spMk id="16" creationId="{CE48F0AF-2D0D-0797-A391-F7C5BD926865}"/>
          </ac:spMkLst>
        </pc:spChg>
        <pc:spChg chg="add del mod">
          <ac:chgData name="Rachana M S" userId="2454c3beeaf23eb0" providerId="LiveId" clId="{73AE7EE4-CFE7-4D2A-8E07-308ED4AD5CE8}" dt="2026-03-27T03:56:08.882" v="82" actId="6264"/>
          <ac:spMkLst>
            <pc:docMk/>
            <pc:sldMk cId="3087664146" sldId="302"/>
            <ac:spMk id="17" creationId="{48D9C7B6-27DD-DD8E-AC46-6EE3A21967CA}"/>
          </ac:spMkLst>
        </pc:spChg>
        <pc:spChg chg="add del mod">
          <ac:chgData name="Rachana M S" userId="2454c3beeaf23eb0" providerId="LiveId" clId="{73AE7EE4-CFE7-4D2A-8E07-308ED4AD5CE8}" dt="2026-03-27T03:56:08.882" v="82" actId="6264"/>
          <ac:spMkLst>
            <pc:docMk/>
            <pc:sldMk cId="3087664146" sldId="302"/>
            <ac:spMk id="18" creationId="{1CED9EAC-34F9-2581-E69A-CD67C5F91F56}"/>
          </ac:spMkLst>
        </pc:spChg>
        <pc:spChg chg="add del mod">
          <ac:chgData name="Rachana M S" userId="2454c3beeaf23eb0" providerId="LiveId" clId="{73AE7EE4-CFE7-4D2A-8E07-308ED4AD5CE8}" dt="2026-03-27T03:56:08.882" v="82" actId="6264"/>
          <ac:spMkLst>
            <pc:docMk/>
            <pc:sldMk cId="3087664146" sldId="302"/>
            <ac:spMk id="19" creationId="{BE604E4A-9A4E-6579-4591-F8D4C4312902}"/>
          </ac:spMkLst>
        </pc:spChg>
        <pc:spChg chg="add del mod ord">
          <ac:chgData name="Rachana M S" userId="2454c3beeaf23eb0" providerId="LiveId" clId="{73AE7EE4-CFE7-4D2A-8E07-308ED4AD5CE8}" dt="2026-03-27T03:56:09.753" v="83" actId="6264"/>
          <ac:spMkLst>
            <pc:docMk/>
            <pc:sldMk cId="3087664146" sldId="302"/>
            <ac:spMk id="20" creationId="{A17113FE-FBEF-FCB7-890E-8567DC1ACE1C}"/>
          </ac:spMkLst>
        </pc:spChg>
        <pc:spChg chg="add del mod ord">
          <ac:chgData name="Rachana M S" userId="2454c3beeaf23eb0" providerId="LiveId" clId="{73AE7EE4-CFE7-4D2A-8E07-308ED4AD5CE8}" dt="2026-03-27T03:56:09.753" v="83" actId="6264"/>
          <ac:spMkLst>
            <pc:docMk/>
            <pc:sldMk cId="3087664146" sldId="302"/>
            <ac:spMk id="21" creationId="{66527D22-E341-CD86-CAB1-4B5603B1123A}"/>
          </ac:spMkLst>
        </pc:spChg>
        <pc:spChg chg="add del mod">
          <ac:chgData name="Rachana M S" userId="2454c3beeaf23eb0" providerId="LiveId" clId="{73AE7EE4-CFE7-4D2A-8E07-308ED4AD5CE8}" dt="2026-03-27T03:56:09.753" v="83" actId="6264"/>
          <ac:spMkLst>
            <pc:docMk/>
            <pc:sldMk cId="3087664146" sldId="302"/>
            <ac:spMk id="22" creationId="{5DD42BB6-0621-87FD-B885-76C68B279B0D}"/>
          </ac:spMkLst>
        </pc:spChg>
        <pc:spChg chg="add del mod">
          <ac:chgData name="Rachana M S" userId="2454c3beeaf23eb0" providerId="LiveId" clId="{73AE7EE4-CFE7-4D2A-8E07-308ED4AD5CE8}" dt="2026-03-27T03:56:09.753" v="83" actId="6264"/>
          <ac:spMkLst>
            <pc:docMk/>
            <pc:sldMk cId="3087664146" sldId="302"/>
            <ac:spMk id="23" creationId="{F599090E-B440-2C87-4E03-7F97CBAD03DF}"/>
          </ac:spMkLst>
        </pc:spChg>
        <pc:spChg chg="add del mod">
          <ac:chgData name="Rachana M S" userId="2454c3beeaf23eb0" providerId="LiveId" clId="{73AE7EE4-CFE7-4D2A-8E07-308ED4AD5CE8}" dt="2026-03-27T03:56:09.753" v="83" actId="6264"/>
          <ac:spMkLst>
            <pc:docMk/>
            <pc:sldMk cId="3087664146" sldId="302"/>
            <ac:spMk id="24" creationId="{3B2AFB9A-8D15-DF71-F9CE-A65FF99DC081}"/>
          </ac:spMkLst>
        </pc:spChg>
        <pc:spChg chg="add mod ord">
          <ac:chgData name="Rachana M S" userId="2454c3beeaf23eb0" providerId="LiveId" clId="{73AE7EE4-CFE7-4D2A-8E07-308ED4AD5CE8}" dt="2026-03-27T04:04:11.336" v="171" actId="1076"/>
          <ac:spMkLst>
            <pc:docMk/>
            <pc:sldMk cId="3087664146" sldId="302"/>
            <ac:spMk id="25" creationId="{F973338C-88DD-AA0A-5571-22759C14E7CE}"/>
          </ac:spMkLst>
        </pc:spChg>
        <pc:spChg chg="add del mod ord">
          <ac:chgData name="Rachana M S" userId="2454c3beeaf23eb0" providerId="LiveId" clId="{73AE7EE4-CFE7-4D2A-8E07-308ED4AD5CE8}" dt="2026-03-27T04:00:26.887" v="146"/>
          <ac:spMkLst>
            <pc:docMk/>
            <pc:sldMk cId="3087664146" sldId="302"/>
            <ac:spMk id="26" creationId="{E6C0AE74-DB6A-EF8B-EB41-AE983D36415B}"/>
          </ac:spMkLst>
        </pc:spChg>
        <pc:spChg chg="add">
          <ac:chgData name="Rachana M S" userId="2454c3beeaf23eb0" providerId="LiveId" clId="{73AE7EE4-CFE7-4D2A-8E07-308ED4AD5CE8}" dt="2026-03-27T03:59:53.096" v="141"/>
          <ac:spMkLst>
            <pc:docMk/>
            <pc:sldMk cId="3087664146" sldId="302"/>
            <ac:spMk id="27" creationId="{56769BC4-C0A1-525F-D68A-F031BF8507B3}"/>
          </ac:spMkLst>
        </pc:spChg>
        <pc:spChg chg="add mod">
          <ac:chgData name="Rachana M S" userId="2454c3beeaf23eb0" providerId="LiveId" clId="{73AE7EE4-CFE7-4D2A-8E07-308ED4AD5CE8}" dt="2026-03-27T04:00:19.868" v="145"/>
          <ac:spMkLst>
            <pc:docMk/>
            <pc:sldMk cId="3087664146" sldId="302"/>
            <ac:spMk id="28" creationId="{D098AB7F-01A2-E30B-E742-30EF07DD0FCD}"/>
          </ac:spMkLst>
        </pc:spChg>
        <pc:spChg chg="add mod">
          <ac:chgData name="Rachana M S" userId="2454c3beeaf23eb0" providerId="LiveId" clId="{73AE7EE4-CFE7-4D2A-8E07-308ED4AD5CE8}" dt="2026-03-27T04:04:16.024" v="172" actId="1076"/>
          <ac:spMkLst>
            <pc:docMk/>
            <pc:sldMk cId="3087664146" sldId="302"/>
            <ac:spMk id="29" creationId="{48D52F6E-E1C4-C95E-4253-526B3A73B671}"/>
          </ac:spMkLst>
        </pc:spChg>
      </pc:sldChg>
      <pc:sldChg chg="addSp delSp modSp new add del mod chgLayout">
        <pc:chgData name="Rachana M S" userId="2454c3beeaf23eb0" providerId="LiveId" clId="{73AE7EE4-CFE7-4D2A-8E07-308ED4AD5CE8}" dt="2026-03-27T13:18:55.883" v="678" actId="1076"/>
        <pc:sldMkLst>
          <pc:docMk/>
          <pc:sldMk cId="1326969505" sldId="303"/>
        </pc:sldMkLst>
        <pc:spChg chg="del">
          <ac:chgData name="Rachana M S" userId="2454c3beeaf23eb0" providerId="LiveId" clId="{73AE7EE4-CFE7-4D2A-8E07-308ED4AD5CE8}" dt="2026-03-27T04:05:49.977" v="174" actId="6264"/>
          <ac:spMkLst>
            <pc:docMk/>
            <pc:sldMk cId="1326969505" sldId="303"/>
            <ac:spMk id="2" creationId="{1A4257A2-1A78-4621-4397-707242224F49}"/>
          </ac:spMkLst>
        </pc:spChg>
        <pc:spChg chg="del">
          <ac:chgData name="Rachana M S" userId="2454c3beeaf23eb0" providerId="LiveId" clId="{73AE7EE4-CFE7-4D2A-8E07-308ED4AD5CE8}" dt="2026-03-27T04:05:49.977" v="174" actId="6264"/>
          <ac:spMkLst>
            <pc:docMk/>
            <pc:sldMk cId="1326969505" sldId="303"/>
            <ac:spMk id="3" creationId="{E2330A1A-8DA5-EF1F-A661-D90AAF1AB575}"/>
          </ac:spMkLst>
        </pc:spChg>
        <pc:spChg chg="del mod ord">
          <ac:chgData name="Rachana M S" userId="2454c3beeaf23eb0" providerId="LiveId" clId="{73AE7EE4-CFE7-4D2A-8E07-308ED4AD5CE8}" dt="2026-03-27T04:05:57.833" v="177" actId="478"/>
          <ac:spMkLst>
            <pc:docMk/>
            <pc:sldMk cId="1326969505" sldId="303"/>
            <ac:spMk id="4" creationId="{A0AA26B4-C007-CAC6-8084-60608B926146}"/>
          </ac:spMkLst>
        </pc:spChg>
        <pc:spChg chg="del mod ord">
          <ac:chgData name="Rachana M S" userId="2454c3beeaf23eb0" providerId="LiveId" clId="{73AE7EE4-CFE7-4D2A-8E07-308ED4AD5CE8}" dt="2026-03-27T04:06:02.029" v="178" actId="478"/>
          <ac:spMkLst>
            <pc:docMk/>
            <pc:sldMk cId="1326969505" sldId="303"/>
            <ac:spMk id="5" creationId="{B23D3684-F3D7-0791-EB1E-1A324AB40E46}"/>
          </ac:spMkLst>
        </pc:spChg>
        <pc:spChg chg="mod ord">
          <ac:chgData name="Rachana M S" userId="2454c3beeaf23eb0" providerId="LiveId" clId="{73AE7EE4-CFE7-4D2A-8E07-308ED4AD5CE8}" dt="2026-03-27T04:06:15.743" v="181" actId="122"/>
          <ac:spMkLst>
            <pc:docMk/>
            <pc:sldMk cId="1326969505" sldId="303"/>
            <ac:spMk id="6" creationId="{9AF87BC9-3586-7419-C9F5-3099F3595853}"/>
          </ac:spMkLst>
        </pc:spChg>
        <pc:spChg chg="add del mod">
          <ac:chgData name="Rachana M S" userId="2454c3beeaf23eb0" providerId="LiveId" clId="{73AE7EE4-CFE7-4D2A-8E07-308ED4AD5CE8}" dt="2026-03-27T04:05:49.977" v="174" actId="6264"/>
          <ac:spMkLst>
            <pc:docMk/>
            <pc:sldMk cId="1326969505" sldId="303"/>
            <ac:spMk id="7" creationId="{F3C52F10-926E-7E33-14F1-AFD9EB1A6171}"/>
          </ac:spMkLst>
        </pc:spChg>
        <pc:spChg chg="add del mod">
          <ac:chgData name="Rachana M S" userId="2454c3beeaf23eb0" providerId="LiveId" clId="{73AE7EE4-CFE7-4D2A-8E07-308ED4AD5CE8}" dt="2026-03-27T04:05:49.977" v="174" actId="6264"/>
          <ac:spMkLst>
            <pc:docMk/>
            <pc:sldMk cId="1326969505" sldId="303"/>
            <ac:spMk id="8" creationId="{AC429EB1-AEF5-4D7C-5903-53E3F5405533}"/>
          </ac:spMkLst>
        </pc:spChg>
        <pc:spChg chg="add del mod">
          <ac:chgData name="Rachana M S" userId="2454c3beeaf23eb0" providerId="LiveId" clId="{73AE7EE4-CFE7-4D2A-8E07-308ED4AD5CE8}" dt="2026-03-27T04:05:49.977" v="174" actId="6264"/>
          <ac:spMkLst>
            <pc:docMk/>
            <pc:sldMk cId="1326969505" sldId="303"/>
            <ac:spMk id="9" creationId="{9D6CDB1D-20DD-CB7A-96B4-BD0E9A273D96}"/>
          </ac:spMkLst>
        </pc:spChg>
        <pc:spChg chg="add del mod ord">
          <ac:chgData name="Rachana M S" userId="2454c3beeaf23eb0" providerId="LiveId" clId="{73AE7EE4-CFE7-4D2A-8E07-308ED4AD5CE8}" dt="2026-03-27T04:05:52.938" v="175" actId="6264"/>
          <ac:spMkLst>
            <pc:docMk/>
            <pc:sldMk cId="1326969505" sldId="303"/>
            <ac:spMk id="10" creationId="{FD28C471-B8DD-EC97-D805-9ED67273596C}"/>
          </ac:spMkLst>
        </pc:spChg>
        <pc:spChg chg="add del mod ord">
          <ac:chgData name="Rachana M S" userId="2454c3beeaf23eb0" providerId="LiveId" clId="{73AE7EE4-CFE7-4D2A-8E07-308ED4AD5CE8}" dt="2026-03-27T04:05:52.938" v="175" actId="6264"/>
          <ac:spMkLst>
            <pc:docMk/>
            <pc:sldMk cId="1326969505" sldId="303"/>
            <ac:spMk id="11" creationId="{4E1A715E-9A00-9C04-332A-8F395DEB2994}"/>
          </ac:spMkLst>
        </pc:spChg>
        <pc:spChg chg="add del mod">
          <ac:chgData name="Rachana M S" userId="2454c3beeaf23eb0" providerId="LiveId" clId="{73AE7EE4-CFE7-4D2A-8E07-308ED4AD5CE8}" dt="2026-03-27T04:05:52.938" v="175" actId="6264"/>
          <ac:spMkLst>
            <pc:docMk/>
            <pc:sldMk cId="1326969505" sldId="303"/>
            <ac:spMk id="12" creationId="{EE241B1C-92D7-7FE9-B8AB-A49204E1E17D}"/>
          </ac:spMkLst>
        </pc:spChg>
        <pc:spChg chg="add del mod">
          <ac:chgData name="Rachana M S" userId="2454c3beeaf23eb0" providerId="LiveId" clId="{73AE7EE4-CFE7-4D2A-8E07-308ED4AD5CE8}" dt="2026-03-27T04:05:52.938" v="175" actId="6264"/>
          <ac:spMkLst>
            <pc:docMk/>
            <pc:sldMk cId="1326969505" sldId="303"/>
            <ac:spMk id="13" creationId="{AD31FC9B-451A-BCAA-F3DA-F3422F1DE46C}"/>
          </ac:spMkLst>
        </pc:spChg>
        <pc:spChg chg="add del mod">
          <ac:chgData name="Rachana M S" userId="2454c3beeaf23eb0" providerId="LiveId" clId="{73AE7EE4-CFE7-4D2A-8E07-308ED4AD5CE8}" dt="2026-03-27T04:05:52.938" v="175" actId="6264"/>
          <ac:spMkLst>
            <pc:docMk/>
            <pc:sldMk cId="1326969505" sldId="303"/>
            <ac:spMk id="14" creationId="{0C4D48B8-50F8-3BEB-AAD1-373237F87281}"/>
          </ac:spMkLst>
        </pc:spChg>
        <pc:spChg chg="add del mod ord">
          <ac:chgData name="Rachana M S" userId="2454c3beeaf23eb0" providerId="LiveId" clId="{73AE7EE4-CFE7-4D2A-8E07-308ED4AD5CE8}" dt="2026-03-27T04:05:53.827" v="176" actId="6264"/>
          <ac:spMkLst>
            <pc:docMk/>
            <pc:sldMk cId="1326969505" sldId="303"/>
            <ac:spMk id="15" creationId="{01D759E7-FB91-6FEC-296C-D93763DFF962}"/>
          </ac:spMkLst>
        </pc:spChg>
        <pc:spChg chg="add del mod ord">
          <ac:chgData name="Rachana M S" userId="2454c3beeaf23eb0" providerId="LiveId" clId="{73AE7EE4-CFE7-4D2A-8E07-308ED4AD5CE8}" dt="2026-03-27T04:05:53.827" v="176" actId="6264"/>
          <ac:spMkLst>
            <pc:docMk/>
            <pc:sldMk cId="1326969505" sldId="303"/>
            <ac:spMk id="16" creationId="{43CD19C6-CD09-8472-06F3-AF667FD0FE68}"/>
          </ac:spMkLst>
        </pc:spChg>
        <pc:spChg chg="add del mod">
          <ac:chgData name="Rachana M S" userId="2454c3beeaf23eb0" providerId="LiveId" clId="{73AE7EE4-CFE7-4D2A-8E07-308ED4AD5CE8}" dt="2026-03-27T04:05:53.827" v="176" actId="6264"/>
          <ac:spMkLst>
            <pc:docMk/>
            <pc:sldMk cId="1326969505" sldId="303"/>
            <ac:spMk id="17" creationId="{F5AF9BB6-E39E-E3F1-9CFF-D08CBF635D3A}"/>
          </ac:spMkLst>
        </pc:spChg>
        <pc:spChg chg="add del mod">
          <ac:chgData name="Rachana M S" userId="2454c3beeaf23eb0" providerId="LiveId" clId="{73AE7EE4-CFE7-4D2A-8E07-308ED4AD5CE8}" dt="2026-03-27T04:05:53.827" v="176" actId="6264"/>
          <ac:spMkLst>
            <pc:docMk/>
            <pc:sldMk cId="1326969505" sldId="303"/>
            <ac:spMk id="18" creationId="{45B993CD-57BC-C146-7635-C716DED59033}"/>
          </ac:spMkLst>
        </pc:spChg>
        <pc:spChg chg="add del mod">
          <ac:chgData name="Rachana M S" userId="2454c3beeaf23eb0" providerId="LiveId" clId="{73AE7EE4-CFE7-4D2A-8E07-308ED4AD5CE8}" dt="2026-03-27T04:05:53.827" v="176" actId="6264"/>
          <ac:spMkLst>
            <pc:docMk/>
            <pc:sldMk cId="1326969505" sldId="303"/>
            <ac:spMk id="19" creationId="{C37D0F21-EB2E-85A9-E488-A766DC394079}"/>
          </ac:spMkLst>
        </pc:spChg>
        <pc:spChg chg="add mod ord">
          <ac:chgData name="Rachana M S" userId="2454c3beeaf23eb0" providerId="LiveId" clId="{73AE7EE4-CFE7-4D2A-8E07-308ED4AD5CE8}" dt="2026-03-27T04:09:40.889" v="210" actId="1076"/>
          <ac:spMkLst>
            <pc:docMk/>
            <pc:sldMk cId="1326969505" sldId="303"/>
            <ac:spMk id="20" creationId="{7B209391-26EF-5652-D7DE-2FE3DA551DC2}"/>
          </ac:spMkLst>
        </pc:spChg>
        <pc:spChg chg="add del mod ord">
          <ac:chgData name="Rachana M S" userId="2454c3beeaf23eb0" providerId="LiveId" clId="{73AE7EE4-CFE7-4D2A-8E07-308ED4AD5CE8}" dt="2026-03-27T04:44:23.711" v="217"/>
          <ac:spMkLst>
            <pc:docMk/>
            <pc:sldMk cId="1326969505" sldId="303"/>
            <ac:spMk id="21" creationId="{A2343EEB-ADEA-149D-433D-ED34A52175D7}"/>
          </ac:spMkLst>
        </pc:spChg>
        <pc:spChg chg="add mod">
          <ac:chgData name="Rachana M S" userId="2454c3beeaf23eb0" providerId="LiveId" clId="{73AE7EE4-CFE7-4D2A-8E07-308ED4AD5CE8}" dt="2026-03-27T04:44:48.392" v="219" actId="1076"/>
          <ac:spMkLst>
            <pc:docMk/>
            <pc:sldMk cId="1326969505" sldId="303"/>
            <ac:spMk id="24" creationId="{266488A2-B97C-26D3-8002-483F0A414EE3}"/>
          </ac:spMkLst>
        </pc:spChg>
        <pc:picChg chg="add del mod">
          <ac:chgData name="Rachana M S" userId="2454c3beeaf23eb0" providerId="LiveId" clId="{73AE7EE4-CFE7-4D2A-8E07-308ED4AD5CE8}" dt="2026-03-27T13:07:39.196" v="652" actId="478"/>
          <ac:picMkLst>
            <pc:docMk/>
            <pc:sldMk cId="1326969505" sldId="303"/>
            <ac:picMk id="3" creationId="{8F56B363-1F92-8F80-E6D7-634EAD9BAD00}"/>
          </ac:picMkLst>
        </pc:picChg>
        <pc:picChg chg="add del mod">
          <ac:chgData name="Rachana M S" userId="2454c3beeaf23eb0" providerId="LiveId" clId="{73AE7EE4-CFE7-4D2A-8E07-308ED4AD5CE8}" dt="2026-03-27T13:15:56.474" v="674" actId="478"/>
          <ac:picMkLst>
            <pc:docMk/>
            <pc:sldMk cId="1326969505" sldId="303"/>
            <ac:picMk id="5" creationId="{F6FBDFA9-A23E-1D0F-160D-2798A86EADFF}"/>
          </ac:picMkLst>
        </pc:picChg>
        <pc:picChg chg="add mod">
          <ac:chgData name="Rachana M S" userId="2454c3beeaf23eb0" providerId="LiveId" clId="{73AE7EE4-CFE7-4D2A-8E07-308ED4AD5CE8}" dt="2026-03-27T13:18:55.883" v="678" actId="1076"/>
          <ac:picMkLst>
            <pc:docMk/>
            <pc:sldMk cId="1326969505" sldId="303"/>
            <ac:picMk id="8" creationId="{114346F0-5465-D7C7-E7C6-2AE659DB5E3C}"/>
          </ac:picMkLst>
        </pc:picChg>
        <pc:picChg chg="add del mod">
          <ac:chgData name="Rachana M S" userId="2454c3beeaf23eb0" providerId="LiveId" clId="{73AE7EE4-CFE7-4D2A-8E07-308ED4AD5CE8}" dt="2026-03-27T13:07:14.262" v="649" actId="478"/>
          <ac:picMkLst>
            <pc:docMk/>
            <pc:sldMk cId="1326969505" sldId="303"/>
            <ac:picMk id="23" creationId="{E4878302-3988-1A55-6481-8B57E5650778}"/>
          </ac:picMkLst>
        </pc:picChg>
      </pc:sldChg>
      <pc:sldChg chg="new del">
        <pc:chgData name="Rachana M S" userId="2454c3beeaf23eb0" providerId="LiveId" clId="{73AE7EE4-CFE7-4D2A-8E07-308ED4AD5CE8}" dt="2026-03-27T13:11:00.287" v="654" actId="680"/>
        <pc:sldMkLst>
          <pc:docMk/>
          <pc:sldMk cId="2772520489" sldId="30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E22BAD4D-A54B-2EEF-CD7F-26D470515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77" y="973394"/>
            <a:ext cx="11130117" cy="1769806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Kingred Modern"/>
                <a:cs typeface="Arial" panose="020B0604020202020204" pitchFamily="34" charset="0"/>
                <a:sym typeface="Kingred Modern"/>
              </a:rPr>
            </a:b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Kingred Modern"/>
                <a:cs typeface="Arial" panose="020B0604020202020204" pitchFamily="34" charset="0"/>
                <a:sym typeface="Kingred Modern"/>
              </a:rPr>
            </a:br>
            <a:b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Kingred Modern"/>
                <a:cs typeface="Arial" panose="020B0604020202020204" pitchFamily="34" charset="0"/>
                <a:sym typeface="Kingred Modern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Multimodal Empathetic AI Companion using CNN–Bidirectional LSTM–Transformer Hybrid Architecture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Kingred Modern"/>
              <a:cs typeface="Arial" panose="020B0604020202020204" pitchFamily="34" charset="0"/>
              <a:sym typeface="Kingred Modern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98E6F53-B8BA-F778-2789-C48B0E551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68" y="2869393"/>
            <a:ext cx="8888361" cy="3015213"/>
          </a:xfrm>
        </p:spPr>
        <p:txBody>
          <a:bodyPr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PROJECT TEAM: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1. MANVITHA A GOWDA (USN: 4PS22CS098)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2. RACHANA M S (USN: 4PS22CS132)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3. RAKSHITHA M (USN: 4PS22CS134)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4. RISHITHA U M (USN: 4PS22CS137)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endParaRPr lang="en-US" i="1" dirty="0">
              <a:solidFill>
                <a:schemeClr val="tx1"/>
              </a:solidFill>
              <a:latin typeface="Arial" panose="020B0604020202020204" pitchFamily="34" charset="0"/>
              <a:ea typeface="Poppins Italics"/>
              <a:cs typeface="Arial" panose="020B0604020202020204" pitchFamily="34" charset="0"/>
              <a:sym typeface="Poppins Italics"/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PROJECT GUIDE: MRS. SRUJANA B J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DEPARTMENT OF COMPUTER SCIENCE AND ENGINEERING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  <a:t>P.E.S COLLEGE OF ENGINEERING, MANDYA</a:t>
            </a:r>
            <a:br>
              <a:rPr lang="en-US" i="1" dirty="0">
                <a:solidFill>
                  <a:schemeClr val="tx1"/>
                </a:solidFill>
                <a:latin typeface="Arial" panose="020B0604020202020204" pitchFamily="34" charset="0"/>
                <a:ea typeface="Poppins Italics"/>
                <a:cs typeface="Arial" panose="020B0604020202020204" pitchFamily="34" charset="0"/>
                <a:sym typeface="Poppins Italics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4618122" cy="63189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9FF94A3-05DC-9158-2432-5E6161413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472530"/>
            <a:ext cx="10539663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Emotional well-being is critical in modern society.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assistants (Alexa, Siri, Google Assistant) lack empathy.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Humans express emotions through speech, face, and text — AI should understand all three.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build an empathetic AI companion capable of emotional understanding and support.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271C-81FE-F5F7-99C0-1CB4BD56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D523-3062-38C5-25E5-125024E398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4618122" cy="63189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B649-5DD8-359B-3684-FDBC8D77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A86379-909C-01ED-0382-31B1B6E0DE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347" y="2257117"/>
            <a:ext cx="10555706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AI systems are task-oriented, not emotionally aware.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emotion recognition systems are unimodal and less accurate.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integrated mechanism for empathetic response or distress alert.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 real-time multimodal empathetic AI that supports users emotionally and motivates them.</a:t>
            </a:r>
          </a:p>
        </p:txBody>
      </p:sp>
    </p:spTree>
    <p:extLst>
      <p:ext uri="{BB962C8B-B14F-4D97-AF65-F5344CB8AC3E}">
        <p14:creationId xmlns:p14="http://schemas.microsoft.com/office/powerpoint/2010/main" val="112208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6537-F5D5-EBFF-D651-C62949CE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493A-89D4-69AD-8D84-B974162502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4618122" cy="63189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C0CD-B45E-AAB1-90CF-E54EF2CA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DD040F-B938-2081-4C9D-51D2DEEA5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347" y="2416135"/>
            <a:ext cx="1118134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Design a multimodal emotion recognition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Combine CNN (visual),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BiLSTM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(audio), and Transformer (text).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Fuse data using cross-modal attention + fuzzy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Generate empathetic responses using LLM-based Emotion-Aware response generation (speech/text).</a:t>
            </a: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87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A97F-50A7-003B-4BDB-F656781E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762" y="404455"/>
            <a:ext cx="8207477" cy="43128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Literature Survey (Summary Table)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507D5-58B0-64D3-CC54-B0AF9C40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06C5AAA-282B-6437-5928-47B0148B8045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582742873"/>
              </p:ext>
            </p:extLst>
          </p:nvPr>
        </p:nvGraphicFramePr>
        <p:xfrm>
          <a:off x="277762" y="909363"/>
          <a:ext cx="11363632" cy="5567438"/>
        </p:xfrm>
        <a:graphic>
          <a:graphicData uri="http://schemas.openxmlformats.org/drawingml/2006/table">
            <a:tbl>
              <a:tblPr/>
              <a:tblGrid>
                <a:gridCol w="506803">
                  <a:extLst>
                    <a:ext uri="{9D8B030D-6E8A-4147-A177-3AD203B41FA5}">
                      <a16:colId xmlns:a16="http://schemas.microsoft.com/office/drawing/2014/main" val="3271922584"/>
                    </a:ext>
                  </a:extLst>
                </a:gridCol>
                <a:gridCol w="1340209">
                  <a:extLst>
                    <a:ext uri="{9D8B030D-6E8A-4147-A177-3AD203B41FA5}">
                      <a16:colId xmlns:a16="http://schemas.microsoft.com/office/drawing/2014/main" val="33463699"/>
                    </a:ext>
                  </a:extLst>
                </a:gridCol>
                <a:gridCol w="2584878">
                  <a:extLst>
                    <a:ext uri="{9D8B030D-6E8A-4147-A177-3AD203B41FA5}">
                      <a16:colId xmlns:a16="http://schemas.microsoft.com/office/drawing/2014/main" val="3488635001"/>
                    </a:ext>
                  </a:extLst>
                </a:gridCol>
                <a:gridCol w="1848464">
                  <a:extLst>
                    <a:ext uri="{9D8B030D-6E8A-4147-A177-3AD203B41FA5}">
                      <a16:colId xmlns:a16="http://schemas.microsoft.com/office/drawing/2014/main" val="2397241034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1877404074"/>
                    </a:ext>
                  </a:extLst>
                </a:gridCol>
                <a:gridCol w="1779638">
                  <a:extLst>
                    <a:ext uri="{9D8B030D-6E8A-4147-A177-3AD203B41FA5}">
                      <a16:colId xmlns:a16="http://schemas.microsoft.com/office/drawing/2014/main" val="1757835899"/>
                    </a:ext>
                  </a:extLst>
                </a:gridCol>
                <a:gridCol w="1907459">
                  <a:extLst>
                    <a:ext uri="{9D8B030D-6E8A-4147-A177-3AD203B41FA5}">
                      <a16:colId xmlns:a16="http://schemas.microsoft.com/office/drawing/2014/main" val="1011315187"/>
                    </a:ext>
                  </a:extLst>
                </a:gridCol>
              </a:tblGrid>
              <a:tr h="4120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b="1"/>
                        <a:t>S. No.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Author(s) &amp; Year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Title / Source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Technique / Model Used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Dataset / Domain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Key Findings / Accuracy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Relevance to Project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86630"/>
                  </a:ext>
                </a:extLst>
              </a:tr>
              <a:tr h="11054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[1]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Dong Zhang &amp; Qichuan Tian (2021)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i="1"/>
                        <a:t>A Novel Fuzzy Optimized CNN–RNN Method for Facial Expression Recognition</a:t>
                      </a:r>
                      <a:r>
                        <a:rPr lang="en-IN" sz="1300"/>
                        <a:t> (Elektronika ir Elektrotechnika)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CNN–RNN hybrid with fuzzy optimization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CK+, FER2013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Enhanced accuracy and robustness using fuzzy logic–based CNN–RNN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Foundation for CNN–BiLSTM hybrid emotion modeling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79518"/>
                  </a:ext>
                </a:extLst>
              </a:tr>
              <a:tr h="1160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/>
                        <a:t>[2]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Qinrui Hu (2024)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i="1"/>
                        <a:t>Sentiment Analysis and Facial Expression Recognition in Customer Service</a:t>
                      </a:r>
                      <a:r>
                        <a:rPr lang="en-US" sz="1300"/>
                        <a:t> (Frontiers in Business, Econ. &amp; Mgmt.)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CNN for FER + LSTM for sentiment fusion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Custom video/text dataset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Achieved 92.3% multimodal emotion accuracy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Demonstrates fusion of visual and textual emotion cues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941203"/>
                  </a:ext>
                </a:extLst>
              </a:tr>
              <a:tr h="995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[3]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Chenxi Li (2025)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i="1"/>
                        <a:t>AIVA: AI-based Virtual Companion for Emotion-aware Interaction</a:t>
                      </a:r>
                      <a:r>
                        <a:rPr lang="en-US" sz="1300"/>
                        <a:t> (arXiv:2509.03212)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Multimodal Transformer Fusion + LLM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Text + Visual + Audio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/>
                        <a:t>Emotion-aware interaction using multimodal transformer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Supports empathetic AI design through multimodal fusion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53124"/>
                  </a:ext>
                </a:extLst>
              </a:tr>
              <a:tr h="995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[4]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300" b="1"/>
                        <a:t>Nanda M. B. </a:t>
                      </a:r>
                      <a:r>
                        <a:rPr lang="da-DK" sz="1300" b="1" i="1"/>
                        <a:t>et al.</a:t>
                      </a:r>
                      <a:r>
                        <a:rPr lang="da-DK" sz="1300" b="1"/>
                        <a:t> (2025)</a:t>
                      </a:r>
                      <a:endParaRPr lang="da-DK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i="1" dirty="0"/>
                        <a:t>Developing an Empathetic AI Companion Using Sentimental Analysis</a:t>
                      </a:r>
                      <a:r>
                        <a:rPr lang="en-US" sz="1300" dirty="0"/>
                        <a:t> (JETIR)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DeepFace + SpeechRecognition + NLP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Real-time webcam &amp; mic input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Real-time empathetic chatbot prototype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Closely aligns with proposed empathetic companion system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787263"/>
                  </a:ext>
                </a:extLst>
              </a:tr>
              <a:tr h="8756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/>
                        <a:t>[5]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/>
                        <a:t>M.N.V.L. Narayana </a:t>
                      </a:r>
                      <a:r>
                        <a:rPr lang="en-IN" sz="1300" b="1" i="1"/>
                        <a:t>et al.</a:t>
                      </a:r>
                      <a:r>
                        <a:rPr lang="en-IN" sz="1300" b="1"/>
                        <a:t> (2025)</a:t>
                      </a:r>
                      <a:endParaRPr lang="en-IN" sz="1300"/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i="1"/>
                        <a:t>Real-Time Facial Emotion Recognition System</a:t>
                      </a:r>
                      <a:r>
                        <a:rPr lang="en-US" sz="1300"/>
                        <a:t> (IJSRED)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/>
                        <a:t>CNN + PAD Model (Pleasure–Arousal–Dominance)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Real-time video input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/>
                        <a:t>94% emotion recognition accuracy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/>
                        <a:t>Validates real-time FER feasibility and emotional scaling</a:t>
                      </a:r>
                    </a:p>
                  </a:txBody>
                  <a:tcPr marL="39104" marR="39104" marT="19552" marB="195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3897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6C69414-09C0-FA7D-0C3E-8A48F1826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014676"/>
              </p:ext>
            </p:extLst>
          </p:nvPr>
        </p:nvGraphicFramePr>
        <p:xfrm>
          <a:off x="138881" y="981857"/>
          <a:ext cx="11914238" cy="5336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035">
                  <a:extLst>
                    <a:ext uri="{9D8B030D-6E8A-4147-A177-3AD203B41FA5}">
                      <a16:colId xmlns:a16="http://schemas.microsoft.com/office/drawing/2014/main" val="1668657892"/>
                    </a:ext>
                  </a:extLst>
                </a:gridCol>
                <a:gridCol w="1278194">
                  <a:extLst>
                    <a:ext uri="{9D8B030D-6E8A-4147-A177-3AD203B41FA5}">
                      <a16:colId xmlns:a16="http://schemas.microsoft.com/office/drawing/2014/main" val="1278423022"/>
                    </a:ext>
                  </a:extLst>
                </a:gridCol>
                <a:gridCol w="2644877">
                  <a:extLst>
                    <a:ext uri="{9D8B030D-6E8A-4147-A177-3AD203B41FA5}">
                      <a16:colId xmlns:a16="http://schemas.microsoft.com/office/drawing/2014/main" val="1543865103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2264445522"/>
                    </a:ext>
                  </a:extLst>
                </a:gridCol>
                <a:gridCol w="1327355">
                  <a:extLst>
                    <a:ext uri="{9D8B030D-6E8A-4147-A177-3AD203B41FA5}">
                      <a16:colId xmlns:a16="http://schemas.microsoft.com/office/drawing/2014/main" val="578842635"/>
                    </a:ext>
                  </a:extLst>
                </a:gridCol>
                <a:gridCol w="1848464">
                  <a:extLst>
                    <a:ext uri="{9D8B030D-6E8A-4147-A177-3AD203B41FA5}">
                      <a16:colId xmlns:a16="http://schemas.microsoft.com/office/drawing/2014/main" val="1894630495"/>
                    </a:ext>
                  </a:extLst>
                </a:gridCol>
                <a:gridCol w="2319184">
                  <a:extLst>
                    <a:ext uri="{9D8B030D-6E8A-4147-A177-3AD203B41FA5}">
                      <a16:colId xmlns:a16="http://schemas.microsoft.com/office/drawing/2014/main" val="3158906702"/>
                    </a:ext>
                  </a:extLst>
                </a:gridCol>
              </a:tblGrid>
              <a:tr h="44382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854941"/>
                  </a:ext>
                </a:extLst>
              </a:tr>
              <a:tr h="10028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519477"/>
                  </a:ext>
                </a:extLst>
              </a:tr>
              <a:tr h="116677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741945"/>
                  </a:ext>
                </a:extLst>
              </a:tr>
              <a:tr h="90783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74663"/>
                  </a:ext>
                </a:extLst>
              </a:tr>
              <a:tr h="90783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27647"/>
                  </a:ext>
                </a:extLst>
              </a:tr>
              <a:tr h="90783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694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77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24F67-7A69-1FA7-310A-C84E178F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E42A-32F0-F0DD-8892-C1F7F017B6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4618122" cy="63189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Existing System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F3772-E147-20B4-AF76-3B949E85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D0FE24-51E3-F13D-3571-539E804EBB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221" y="2048886"/>
            <a:ext cx="91440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assistants (Siri, Alexa) → No empathy.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 rule-based systems with scripted replies.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emotional recognition or motivational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distress alerts or privacy mechanisms.</a:t>
            </a:r>
          </a:p>
        </p:txBody>
      </p:sp>
    </p:spTree>
    <p:extLst>
      <p:ext uri="{BB962C8B-B14F-4D97-AF65-F5344CB8AC3E}">
        <p14:creationId xmlns:p14="http://schemas.microsoft.com/office/powerpoint/2010/main" val="586082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0E83-9204-D5B1-4B5F-136E0D2B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8FFF-B7A8-F0AF-5983-1B6B479168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1020446"/>
            <a:ext cx="6013785" cy="63189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Proposed System Overview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5AE0B-A8D0-B602-9574-8B390CC1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1DD52D-C257-D139-1C92-E153B96D7F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673" y="2008001"/>
            <a:ext cx="962526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Emotion Recognition (face + voice + text)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hybrid: CNN +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Transformer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Cross-modal attention fusion with fuzzy weighting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Empathetic speech/text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Motivational module and guardian alerts</a:t>
            </a:r>
          </a:p>
        </p:txBody>
      </p:sp>
    </p:spTree>
    <p:extLst>
      <p:ext uri="{BB962C8B-B14F-4D97-AF65-F5344CB8AC3E}">
        <p14:creationId xmlns:p14="http://schemas.microsoft.com/office/powerpoint/2010/main" val="380277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6E99-540D-B1D6-E25C-44F2FB5F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A7B84-5AFE-520F-0D24-228896806D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6206290" cy="631892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Tools and Technologies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5A730-CB02-C719-E51B-7370C5C2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142A4C-BA06-13A3-DEB3-8E9D04457F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0653" y="2389757"/>
            <a:ext cx="104942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Software: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Python,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/TensorFlow, OpenCV,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Transformers, Flask, Twilio API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Hardware: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GPU system (GTX 1650+), webcam, microphone, 8GB+ RAM</a:t>
            </a:r>
            <a:b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351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11D77-D05C-4ABB-0B68-C15D9DF9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A518-4F8B-7FCB-9972-824A241486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8995" y="0"/>
            <a:ext cx="3591428" cy="1939965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6B1F4-7B40-76BB-A873-4A254610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30F3723-6C86-B6A3-A3D0-784CCAFB1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99" y="0"/>
            <a:ext cx="8558828" cy="6761697"/>
          </a:xfrm>
        </p:spPr>
      </p:pic>
    </p:spTree>
    <p:extLst>
      <p:ext uri="{BB962C8B-B14F-4D97-AF65-F5344CB8AC3E}">
        <p14:creationId xmlns:p14="http://schemas.microsoft.com/office/powerpoint/2010/main" val="3011365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8488-437F-09D1-FB87-ACC133DA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7FFE-112C-C44F-FCDE-1A18187EDA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4618122" cy="63189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05B44-F1B8-D24A-1B71-291BCBD8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58279E-CCB6-176D-E8ED-7101A5160C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5231" y="1867236"/>
            <a:ext cx="99621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Collection: FER2013 (visual), RAVDESS (audio), MELD (multimodal).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-Audio → Mel-spectrogram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-Video → Face detection (MTCNN)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-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→ Tokenization (Transformer)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Training: CNN–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–Transformer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Fusion: Cross-modal attention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Emotion Classification + Distress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Generation + Alerts</a:t>
            </a:r>
          </a:p>
        </p:txBody>
      </p:sp>
    </p:spTree>
    <p:extLst>
      <p:ext uri="{BB962C8B-B14F-4D97-AF65-F5344CB8AC3E}">
        <p14:creationId xmlns:p14="http://schemas.microsoft.com/office/powerpoint/2010/main" val="1129913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74F2-3213-9B03-8593-851A878CB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5043" y="1043014"/>
            <a:ext cx="7906039" cy="664502"/>
          </a:xfrm>
        </p:spPr>
        <p:txBody>
          <a:bodyPr/>
          <a:lstStyle/>
          <a:p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System Design Overview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B2D0B-1A91-D569-5CBC-0E1D7A67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8063" y="6489227"/>
            <a:ext cx="413083" cy="368773"/>
          </a:xfrm>
        </p:spPr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A373418-3F5B-2338-C7F3-B6482B0FA15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7934" y="2117711"/>
            <a:ext cx="7544986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follows 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architecture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Divided into: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Input Layer (Face, Voice, Text)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Processing Layer (Emotion Detection)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Fusion Layer (Combine modalities)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Layer (Chat, Alerts, Recommendations)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module works independently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interaction and accuracy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01FC7E-F849-EEB9-DD2C-3CD601F16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173" y="0"/>
            <a:ext cx="2426787" cy="65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20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F973338C-88DD-AA0A-5571-22759C14E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4691" y="647844"/>
            <a:ext cx="7884694" cy="527445"/>
          </a:xfrm>
        </p:spPr>
        <p:txBody>
          <a:bodyPr/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Hybrid Model And Fusion Mechanism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C6AA1-A1B1-1343-9012-166EEE16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8905" y="6340307"/>
            <a:ext cx="417095" cy="333209"/>
          </a:xfrm>
        </p:spPr>
        <p:txBody>
          <a:bodyPr/>
          <a:lstStyle/>
          <a:p>
            <a:pPr algn="ctr"/>
            <a:fld id="{B5CEABB6-07DC-46E8-9B57-56EC44A396E5}" type="slidenum">
              <a:rPr lang="en-US" smtClean="0"/>
              <a:pPr algn="ctr"/>
              <a:t>12</a:t>
            </a:fld>
            <a:endParaRPr lang="en-US" dirty="0"/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48D52F6E-E1C4-C95E-4253-526B3A73B6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9004" y="1041205"/>
            <a:ext cx="887855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Model: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→ Facial emotion detection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Speech emotion analysis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 → Text understanding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Combines: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Spatial features (face)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features (voice)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 features (text)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 Mechanism: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outputs from all modalities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voting / simple fusion </a:t>
            </a:r>
          </a:p>
          <a:p>
            <a:pPr lvl="1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Attention-based fusion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66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B209391-26EF-5652-D7DE-2FE3DA551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970" y="848091"/>
            <a:ext cx="9637594" cy="728670"/>
          </a:xfrm>
        </p:spPr>
        <p:txBody>
          <a:bodyPr/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System workflow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87BC9-3586-7419-C9F5-3099F359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1621" y="6324266"/>
            <a:ext cx="405364" cy="365292"/>
          </a:xfrm>
        </p:spPr>
        <p:txBody>
          <a:bodyPr/>
          <a:lstStyle/>
          <a:p>
            <a:pPr algn="ctr"/>
            <a:fld id="{B5CEABB6-07DC-46E8-9B57-56EC44A396E5}" type="slidenum">
              <a:rPr lang="en-US" smtClean="0"/>
              <a:pPr algn="ctr"/>
              <a:t>13</a:t>
            </a:fld>
            <a:endParaRPr lang="en-US" dirty="0"/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266488A2-B97C-26D3-8002-483F0A414E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0018" y="1580438"/>
            <a:ext cx="6099747" cy="405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logs in and accesses the dashboard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provides input (face, voice, text)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detects emotion from each input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 engine combines results to get final emotion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generates empathetic response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recommends music/videos based on emotion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Distress detection triggers alert if needed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is displayed to the user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continues interaction or logs out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4346F0-5465-D7C7-E7C6-2AE659DB5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440" y="47193"/>
            <a:ext cx="3701724" cy="681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69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098E-B024-95CC-3A98-CB6B99D0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D9EB-B9B1-DE69-41FD-D8003C11E2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6"/>
            <a:ext cx="4618122" cy="63189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Expected Outcomes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72228-DCA4-258C-BA69-2B07A563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5620CFF-3C03-B768-9E00-CD2DA382CB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6485" y="2226134"/>
            <a:ext cx="1055844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90–95% emotion recognition accuracy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Real-time empathetic chatbot interaction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Automatic guardian alert system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Personalized motivation (tasks/videos/affirmations)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Secure, privacy-compliant emotional data handling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794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D699-C075-C178-CE8E-ED55F969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9B7B2-8E9C-B0E7-9431-D8E8FF589B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952" y="970715"/>
            <a:ext cx="7890712" cy="15158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Conclusion &amp; Future Scope</a:t>
            </a:r>
            <a:b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7F48-70E9-AA0F-796C-CBCD790A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353144-8B1F-C332-1D43-AC7E03842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440" y="2126795"/>
            <a:ext cx="10815120" cy="4203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proposed system bridges the gap between emotion and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Delivers empathy, motivation, and safety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Future Enhancements: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Avatar-based emotional expressions.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Integration with wearables (heart rate, EEG).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Deployment as mobile/AR companion.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b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6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48" y="2666632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C3709BE-EFF9-CC66-16D0-4583857B12BC}"/>
              </a:ext>
            </a:extLst>
          </p:cNvPr>
          <p:cNvSpPr txBox="1">
            <a:spLocks/>
          </p:cNvSpPr>
          <p:nvPr/>
        </p:nvSpPr>
        <p:spPr>
          <a:xfrm>
            <a:off x="3524864" y="4216369"/>
            <a:ext cx="3495368" cy="7980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237</TotalTime>
  <Words>977</Words>
  <Application>Microsoft Office PowerPoint</Application>
  <PresentationFormat>Widescreen</PresentationFormat>
  <Paragraphs>175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Tenorite</vt:lpstr>
      <vt:lpstr>Monoline</vt:lpstr>
      <vt:lpstr>   Multimodal Empathetic AI Companion using CNN–Bidirectional LSTM–Transformer Hybrid Architecture </vt:lpstr>
      <vt:lpstr>Motivation</vt:lpstr>
      <vt:lpstr>Problem Statement</vt:lpstr>
      <vt:lpstr>Objectives</vt:lpstr>
      <vt:lpstr>Literature Survey (Summary Table)</vt:lpstr>
      <vt:lpstr>Existing System</vt:lpstr>
      <vt:lpstr>Proposed System Overview</vt:lpstr>
      <vt:lpstr>Tools and Technologies</vt:lpstr>
      <vt:lpstr>System Architecture</vt:lpstr>
      <vt:lpstr>Methodology</vt:lpstr>
      <vt:lpstr>System Design Overview</vt:lpstr>
      <vt:lpstr>Hybrid Model And Fusion Mechanism</vt:lpstr>
      <vt:lpstr>System workflow</vt:lpstr>
      <vt:lpstr>Expected Outcomes</vt:lpstr>
      <vt:lpstr>Conclusion &amp; Future Scope 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um</dc:creator>
  <cp:lastModifiedBy>Rachana M S</cp:lastModifiedBy>
  <cp:revision>8</cp:revision>
  <dcterms:created xsi:type="dcterms:W3CDTF">2025-11-04T07:53:32Z</dcterms:created>
  <dcterms:modified xsi:type="dcterms:W3CDTF">2026-03-27T13:21:10Z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